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FA466-BF85-3846-B69B-CCDA8DFD06C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0D754-4923-5A4A-976A-2ABC75C4D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CMPE314 – SOFTWARE ENGINEERING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Quiz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Presentation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3182112"/>
            <a:ext cx="36576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Submitted to Asst. Prof. Dr. Felix Babalola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Jaciara Faif – 22304137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Tinotenda Mupati – 22202963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Lamine Diamoutene – 22301016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730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Christy Lumbidi – 22215889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Mahisa Ahadi – 22213656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1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3200400" cy="50292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Jaciara Faif  ·  Requirements &amp; Use Case Modeling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60120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quiz administration creates real challenges for both instructors and students at scale.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1272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must locate empty classrooms and recruit invigilators for every quiz — a recurring administrative burden.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96596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9659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Grading at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1272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hundreds of students enroll in a course, manually reviewing all papers within a tight deadline becomes impractical.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1965960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9659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36208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Scenarios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31272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like COVID-19 campus closures make traditional paper exams completely impossible, with no digital fallback in place.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Jaciara Faif  ·  Requirements &amp; Use Case Modeling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Project Aim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691640"/>
          </a:xfrm>
          <a:prstGeom prst="rect">
            <a:avLst/>
          </a:prstGeom>
          <a:solidFill>
            <a:srgbClr val="111B3A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❗ 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unified online system where students can take exams, receive their grades immediately, and where instructors are meaningfully assisted in the evaluation process.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2715768"/>
            <a:ext cx="8595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715768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807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Project 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21868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online quiz platform that empowers teachers to build quizzes with varied question types, while enabling students to take them at any time and receive immediate, accurate scores and feedback.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Jaciara Faif  ·  Requirements &amp; Use Case Modeling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32004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Tinotenda Mupati  ·  Class Diagram &amp; Database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 &amp; Stakeholders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dual-interface web application — one for instructors to create &amp; manage quizzes, one for students to take them and receive instant results.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84832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Students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take exams from anywhere, submit answers within the time limit, and view grades the moment they submit.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00400"/>
            <a:ext cx="64008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👩‍🏫  Teachers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quizzes with multiple question types, set time limits and deadlines, and review analytics without manual grading.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Stakeholders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0848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84832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System Administrator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5054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roles, permissions, and system backups to keep the platform running smoothly.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University Administrators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6210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system usage, monitor performance reports, and ensure compliance with academic policies.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Tinotenda Mupati  ·  Class Diagram &amp; Database Design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005840" cy="347472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804672"/>
            <a:ext cx="6309360" cy="347472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804672"/>
            <a:ext cx="1097280" cy="347472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804672"/>
            <a:ext cx="630936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804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207008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207008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070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44752" y="1207008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students can create accounts and log in securely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82128" y="1280160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280160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55064"/>
            <a:ext cx="100584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655064"/>
            <a:ext cx="630936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655064"/>
            <a:ext cx="109728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550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44752" y="1655064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assigns roles (teacher / student) with distinct permissions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82128" y="1728216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172821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103120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103120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103120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03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44752" y="2103120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create, edit, and delete quizzes at any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2176272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217627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551176"/>
            <a:ext cx="100584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551176"/>
            <a:ext cx="630936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551176"/>
            <a:ext cx="109728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5511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44752" y="2551176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view available quizzes and submit answers within the time limit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82128" y="2624328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128" y="2624328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2999232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2999232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2999232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999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444752" y="2999232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grades objective questions and calculates scores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82128" y="3072384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82128" y="3072384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447288"/>
            <a:ext cx="100584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447288"/>
            <a:ext cx="630936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0" y="3447288"/>
            <a:ext cx="109728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47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444752" y="3447288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results are saved and student history is maintained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82128" y="3520440"/>
            <a:ext cx="877824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82128" y="3520440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3895344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3895344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3895344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8953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444752" y="3895344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configure time limits, start dates, and deadlines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882128" y="3968496"/>
            <a:ext cx="877824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82128" y="396849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343400"/>
            <a:ext cx="100584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343400"/>
            <a:ext cx="630936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4343400"/>
            <a:ext cx="109728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3434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444752" y="4343400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supports MCQ, True/False, and Short Answer question types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882128" y="4416552"/>
            <a:ext cx="877824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82128" y="441655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Tinotenda Mupati  ·  Class Diagram &amp; Database Design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Frontend Stack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32004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Lamine Diamoutene  ·  UI Design &amp; Frontend Development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 &amp; 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with dual interfaces — instructor &amp; student — supporting multiple question types, timed exams, auto grading, and real-time analytics.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User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secure registration and login for both students and teachers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6276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627632"/>
            <a:ext cx="2743200" cy="502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Quiz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1305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&amp; publish quizzes: MCQ, True/False, Short Answer, Fill-in-the-blank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6276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627632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Auto Grading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21305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questions scored instantly on submission — zero manual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00400"/>
            <a:ext cx="27432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results, maintain student history, and generate performance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3200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3200400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Quiz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0128" y="37033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time limits, start dates, and deadline enforcement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71616" y="3200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200400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08776" y="37033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intuitive dashboards tailored for each user role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Lamine Diamoutene  ·  UI Design &amp; Frontend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Architecture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32004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Christy Lumbidi  ·  Backend Logic &amp; Testing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(UI)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+  tRPC  +  TanStack Query  +  TailwindCSS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868680"/>
            <a:ext cx="498348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868680"/>
            <a:ext cx="4892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the industry-standard React framework (routing, SSR, image optimization). tRPC + TanStack give type-safe API calls and best-in-class data fetching with caching, retry, and mutations. TailwindCSS provides a built-in design system that eliminates separate CSS files.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27632"/>
            <a:ext cx="64008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(Logic)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673352"/>
            <a:ext cx="498348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673352"/>
            <a:ext cx="4892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JavaScript on both frontend and backend keeps the codebase consistent, reduces context-switching, and simplifies the team's development workflow.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3230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32304"/>
            <a:ext cx="64008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780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7066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2478024"/>
            <a:ext cx="498348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478024"/>
            <a:ext cx="4892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widely-used relational DBMS that efficiently handles structured data relationships between users, quizzes, questions, and results. Fast, reliable, and integrates cleanly with the Node.js backend.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36976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82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511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3282696"/>
            <a:ext cx="498348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282696"/>
            <a:ext cx="4892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safe collaboration, pull requests, branching strategies, and code backup across all five team members.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74320" y="4041648"/>
            <a:ext cx="64008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873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49040" y="4087368"/>
            <a:ext cx="498348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4087368"/>
            <a:ext cx="4892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powers analytics dashboards with minimal configuration.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Christy Lumbidi  ·  Backend Logic &amp; Testing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1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Conclusion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3364992"/>
            <a:ext cx="3200400" cy="50292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Mahisa Ahadi  ·  Documentation &amp; Project Coordination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55"/>
          </a:solidFill>
          <a:ln w="12700">
            <a:solidFill>
              <a:srgbClr val="1A2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&amp; Team Responsibilities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66760" y="914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9601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841248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896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0876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996696"/>
            <a:ext cx="164592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96696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Draft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96012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051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1810512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8653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Modeling &amp; Design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1645920" cy="4297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6596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9601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7977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2779776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0876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Core Features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935224"/>
            <a:ext cx="164592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35224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9601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4904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749040"/>
            <a:ext cx="3337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3803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08760" y="4050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 &amp; Final Touches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904488"/>
            <a:ext cx="1645920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04488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804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Responsibilities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1216152"/>
            <a:ext cx="2240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1216152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Jaciara Faif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76288" y="15361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Use Case Modeling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5120" y="1965960"/>
            <a:ext cx="2240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1965960"/>
            <a:ext cx="64008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20116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Tinotenda Mupati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76288" y="22860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Database Design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0" y="2715768"/>
            <a:ext cx="2240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2715768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Lamine Diamoutene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76288" y="3035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Frontend Dev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3465576"/>
            <a:ext cx="2240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0" y="3465576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3511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Christy Lumbidi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76288" y="37856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&amp; Testing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4215384"/>
            <a:ext cx="2240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0" y="4215384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4261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Mahisa Ahadi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76288" y="45354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Coordination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Mahisa Ahadi  ·  Documentation &amp; Project Coordination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029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is worth pursuing because it fundamentally simplifies how quizzes are created, administered, and graded — benefiting both students and instructors.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69748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grading eliminates manual marking, returning results to students immediately upon submission.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2194560"/>
            <a:ext cx="269748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444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84448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Remote-Ready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instructors can operate the platform from anywhere — no physical campus presence required.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2194560"/>
            <a:ext cx="269748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8309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83096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Assessment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3096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performance tracking give instructors actionable insights to improve teaching quality.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CMPE314 – Group 1  ·  Online Quiz Platform  ·  Asst. Prof. Dr. Felix Babalola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B3A"/>
          </a:solidFill>
          <a:ln w="12700">
            <a:solidFill>
              <a:srgbClr val="111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Mahisa Ahadi  ·  Documentation &amp; Project Coordination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Quiz Platform – CMPE314 Proposal</dc:title>
  <dc:subject>PptxGenJS Presentation</dc:subject>
  <dc:creator>PptxGenJS</dc:creator>
  <cp:lastModifiedBy>Christy Lumbidi</cp:lastModifiedBy>
  <cp:revision>2</cp:revision>
  <dcterms:created xsi:type="dcterms:W3CDTF">2026-03-19T14:39:41Z</dcterms:created>
  <dcterms:modified xsi:type="dcterms:W3CDTF">2026-03-19T19:24:35Z</dcterms:modified>
</cp:coreProperties>
</file>